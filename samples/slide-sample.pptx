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ndustrial AI 실무 과정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2026년 상반기 | AX사업팀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과정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교육 기간: 2026.03.17 ~ 03.21 (5일)</a:t>
            </a:r>
          </a:p>
          <a:p>
            <a:r>
              <a:t>• 대상: 개발자 및 엔지니어</a:t>
            </a:r>
          </a:p>
          <a:p>
            <a:r>
              <a:t>• 목표: Industrial AI 핵심 기술 습득 및 실무 적용</a:t>
            </a:r>
          </a:p>
          <a:p>
            <a:r>
              <a:t>• 장소: 본사 교육장 A동 3층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1: AI 기초와 환경 셋팅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인공지능과 머신러닝 개요</a:t>
            </a:r>
          </a:p>
          <a:p>
            <a:r>
              <a:t>• Python 환경 구축</a:t>
            </a:r>
          </a:p>
          <a:p>
            <a:r>
              <a:t>• Jupyter Notebook 활용법</a:t>
            </a:r>
          </a:p>
          <a:p>
            <a:r>
              <a:t>• 실습: 첫 번째 ML 모델 만들기</a:t>
            </a:r>
          </a:p>
          <a:p/>
          <a:p>
            <a:r>
              <a:t>주요 키워드: 지도학습, 비지도학습, 강화학습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2: 데이터 전처리와 피쳐 엔지니어링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데이터 수집 및 정제</a:t>
            </a:r>
          </a:p>
          <a:p>
            <a:r>
              <a:t>• 결측치 처리 방법론</a:t>
            </a:r>
          </a:p>
          <a:p>
            <a:r>
              <a:t>• 피쳐 스케일링과 인코딩</a:t>
            </a:r>
          </a:p>
          <a:p>
            <a:r>
              <a:t>• 실습: 실제 산업 데이터 전처리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3: 딥러닝 기초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뉴럴 네트워크 구조 이해</a:t>
            </a:r>
          </a:p>
          <a:p>
            <a:r>
              <a:t>• CNN, RNN 개요</a:t>
            </a:r>
          </a:p>
          <a:p>
            <a:r>
              <a:t>• TensorFlow / PyTorch 비교</a:t>
            </a:r>
          </a:p>
          <a:p>
            <a:r>
              <a:t>• 실습: 이미지 분류 모델 구축</a:t>
            </a:r>
          </a:p>
          <a:p/>
          <a:p>
            <a:r>
              <a:t>참고: GPU 환경 사전 셋업 필요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4: 루프 안의의 인간 (Human-in-the-Loop)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HITL 개념과 필요성</a:t>
            </a:r>
          </a:p>
          <a:p>
            <a:r>
              <a:t>• 능동 학습 (Active Learning)</a:t>
            </a:r>
          </a:p>
          <a:p>
            <a:r>
              <a:t>• 라벨링 자동화와 품질 관리</a:t>
            </a:r>
          </a:p>
          <a:p>
            <a:r>
              <a:t>• 실습: 라벨링 파이프라인 설계</a:t>
            </a:r>
          </a:p>
          <a:p/>
          <a:p>
            <a:r>
              <a:t>사례: Cox Automotivs의 AI 품질관리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5: 모델 배포와 모니터링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ML 모델 서빙 아키텍쳐</a:t>
            </a:r>
          </a:p>
          <a:p>
            <a:r>
              <a:t>• MLOps 파이프라인 구축</a:t>
            </a:r>
          </a:p>
          <a:p>
            <a:r>
              <a:t>• 모델 드리프트 모니터링</a:t>
            </a:r>
          </a:p>
          <a:p>
            <a:r>
              <a:t>• 실습: 간단한 API 서버 배포</a:t>
            </a:r>
          </a:p>
          <a:p>
            <a:r>
              <a:t>• Mini Projecet 발표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평가 및 수료 기준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출석: 80% 이상</a:t>
            </a:r>
          </a:p>
          <a:p>
            <a:r>
              <a:t>• 실습 과제: 5개 중 4개 이상 제출</a:t>
            </a:r>
          </a:p>
          <a:p>
            <a:r>
              <a:t>• Mini Project: 팀별 발표</a:t>
            </a:r>
          </a:p>
          <a:p>
            <a:r>
              <a:t>• 수료증: 위 조건 충족 시 발급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강사 소개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성명: (추후 확정)</a:t>
            </a:r>
          </a:p>
          <a:p>
            <a:r>
              <a:t>• 소속: (추후 확정)</a:t>
            </a:r>
          </a:p>
          <a:p>
            <a:r>
              <a:t>• 주요 경력:</a:t>
            </a:r>
          </a:p>
          <a:p>
            <a:r>
              <a:t>  - AI/ML 프로젝트 5년+</a:t>
            </a:r>
          </a:p>
          <a:p>
            <a:r>
              <a:t>  - 기업 교육 경험 3년+</a:t>
            </a:r>
          </a:p>
          <a:p>
            <a:r>
              <a:t>• 연락처: instructor@example.com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및 사전 준비 안내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사전 설치 필요 사항:</a:t>
            </a:r>
          </a:p>
          <a:p>
            <a:r>
              <a:t>• Python 3.10+</a:t>
            </a:r>
          </a:p>
          <a:p>
            <a:r>
              <a:t>• VS Code or PyCharm</a:t>
            </a:r>
          </a:p>
          <a:p>
            <a:r>
              <a:t>• Git</a:t>
            </a:r>
          </a:p>
          <a:p>
            <a:r>
              <a:t>• Docker Desktop</a:t>
            </a:r>
          </a:p>
          <a:p/>
          <a:p>
            <a:r>
              <a:t>문의: edu-ops@example.com</a:t>
            </a:r>
          </a:p>
          <a:p/>
          <a:p>
            <a:r>
              <a:t>감사합니다!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